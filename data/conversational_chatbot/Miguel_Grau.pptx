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dd9bc34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dd9bc3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Miguel Grau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Nació el 30 de febrero de 1987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